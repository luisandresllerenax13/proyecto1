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officedocument.obfuscatedFont" Extension="odttf"/>
  <Default ContentType="application/vnd.openxmlformats-package.relationships+xml" Extension="rels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1.xml"/>
  <Override ContentType="application/vnd.openxmlformats-officedocument.theme+xml" PartName="/ppt/theme/theme1.xml"/>
  <Override ContentType="application/vnd.openxmlformats-officedocument.theme+xml" PartName="/ppt/theme/theme2.xml"/>
  <Override ContentType="application/vnd.openxmlformats-officedocument.presentationml.viewProps+xml" PartName="/ppt/viewProps1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>
        <p15:guide id="1" orient="horz" pos="2160">
          <p15:clr>
            <a:srgbClr val="000000"/>
          </p15:clr>
        </p15:guide>
        <p15:guide id="2" pos="2880">
          <p15:clr>
            <a:srgbClr val="000000"/>
          </p15:clr>
        </p15:guide>
      </p15:sldGuideLst>
    </p:ext>
  </p:extLst>
</p:presentation>
</file>

<file path=ppt/presProps1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viewProps1.xml><?xml version="1.0" encoding="utf-8"?>
<p:view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Comments="0">
  <p:slideViewPr>
    <p:cSldViewPr snapToGrid="0">
      <p:cViewPr varScale="1">
        <p:scale>
          <a:sx n="100" d="100"/>
          <a:sy n="100" d="100"/>
        </p:scale>
        <p:origin x="0" y="0"/>
      </p:cViewPr>
      <p:guideLst>
        <p:guide pos="2160" orient="horz"/>
        <p:guide pos="2880"/>
      </p:guideLst>
    </p:cSldViewPr>
  </p:slideViewPr>
</p:viewPr>
</file>

<file path=ppt/_rels/presentation.xml.rels><?xml version="1.0" encoding="UTF-8" standalone="yes"?>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viewProps" Target="viewProps1.xml"/><Relationship Id="rId3" Type="http://schemas.openxmlformats.org/officeDocument/2006/relationships/presProps" Target="presProps1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●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298450" lvl="1" marL="914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○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29845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■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29845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●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29845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○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29845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■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29845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●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29845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○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29845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■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hd708803dfc8ce68_0_3:notes"/>
          <p:cNvSpPr/>
          <p:nvPr>
            <p:ph idx="2" type="sldImg"/>
          </p:nvPr>
        </p:nvSpPr>
        <p:spPr>
          <a:xfrm>
            <a:off x="1143225" y="685800"/>
            <a:ext cx="45723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2" name="Google Shape;82;hd708803dfc8ce68_0_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6" name="Shape 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7" name="Google Shape;87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  <p:sp>
        <p:nvSpPr>
          <p:cNvPr id="88" name="Google Shape;88;p1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  <p:sp>
        <p:nvSpPr>
          <p:cNvPr id="119" name="Google Shape;119;p2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  <p:sp>
        <p:nvSpPr>
          <p:cNvPr id="147" name="Google Shape;147;p3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spTree>
      <p:nvGrpSpPr>
        <p:cNvPr id="11" name="Shape 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Google Shape;12;p2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3" name="Google Shape;13;p2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4" name="Google Shape;14;p2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itle">
  <p:cSld name="TITLE">
    <p:spTree>
      <p:nvGrpSpPr>
        <p:cNvPr id="15" name="Shape 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Google Shape;16;p3"/>
          <p:cNvSpPr txBox="1"/>
          <p:nvPr>
            <p:ph type="ctrTitle"/>
          </p:nvPr>
        </p:nvSpPr>
        <p:spPr>
          <a:xfrm>
            <a:off x="685800" y="2130425"/>
            <a:ext cx="7772400" cy="14700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7" name="Google Shape;17;p3"/>
          <p:cNvSpPr txBox="1"/>
          <p:nvPr>
            <p:ph idx="1" type="subTitle"/>
          </p:nvPr>
        </p:nvSpPr>
        <p:spPr>
          <a:xfrm>
            <a:off x="1371600" y="3886200"/>
            <a:ext cx="6400800" cy="1752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lvl="0" algn="ctr">
              <a:lnSpc>
                <a:spcPct val="100000"/>
              </a:lnSpc>
              <a:spcBef>
                <a:spcPts val="640"/>
              </a:spcBef>
              <a:spcAft>
                <a:spcPts val="0"/>
              </a:spcAft>
              <a:buClr>
                <a:srgbClr val="888888"/>
              </a:buClr>
              <a:buSzPts val="3200"/>
              <a:buNone/>
              <a:defRPr>
                <a:solidFill>
                  <a:srgbClr val="888888"/>
                </a:solidFill>
              </a:defRPr>
            </a:lvl1pPr>
            <a:lvl2pPr lvl="1" algn="ctr">
              <a:lnSpc>
                <a:spcPct val="100000"/>
              </a:lnSpc>
              <a:spcBef>
                <a:spcPts val="560"/>
              </a:spcBef>
              <a:spcAft>
                <a:spcPts val="0"/>
              </a:spcAft>
              <a:buClr>
                <a:srgbClr val="888888"/>
              </a:buClr>
              <a:buSzPts val="2800"/>
              <a:buNone/>
              <a:defRPr>
                <a:solidFill>
                  <a:srgbClr val="888888"/>
                </a:solidFill>
              </a:defRPr>
            </a:lvl2pPr>
            <a:lvl3pPr lvl="2" algn="ctr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Clr>
                <a:srgbClr val="888888"/>
              </a:buClr>
              <a:buSzPts val="2400"/>
              <a:buNone/>
              <a:defRPr>
                <a:solidFill>
                  <a:srgbClr val="888888"/>
                </a:solidFill>
              </a:defRPr>
            </a:lvl3pPr>
            <a:lvl4pPr lvl="3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4pPr>
            <a:lvl5pPr lvl="4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5pPr>
            <a:lvl6pPr lvl="5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6pPr>
            <a:lvl7pPr lvl="6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7pPr>
            <a:lvl8pPr lvl="7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8pPr>
            <a:lvl9pPr lvl="8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18" name="Google Shape;18;p3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9" name="Google Shape;19;p3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3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" type="obj">
  <p:cSld name="OBJECT">
    <p:spTree>
      <p:nvGrpSpPr>
        <p:cNvPr id="21" name="Shape 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Google Shape;22;p4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3" name="Google Shape;23;p4"/>
          <p:cNvSpPr txBox="1"/>
          <p:nvPr>
            <p:ph idx="1" type="body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2pPr>
            <a:lvl3pPr indent="-342900" lvl="2" marL="1371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4pPr>
            <a:lvl5pPr indent="-342900" lvl="4" marL="22860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5pPr>
            <a:lvl6pPr indent="-342900" lvl="5" marL="27432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24" name="Google Shape;24;p4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5" name="Google Shape;25;p4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4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type="secHead">
  <p:cSld name="SECTION_HEADER">
    <p:spTree>
      <p:nvGrpSpPr>
        <p:cNvPr id="27" name="Shape 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Google Shape;28;p5"/>
          <p:cNvSpPr txBox="1"/>
          <p:nvPr>
            <p:ph type="title"/>
          </p:nvPr>
        </p:nvSpPr>
        <p:spPr>
          <a:xfrm>
            <a:off x="722313" y="4406900"/>
            <a:ext cx="7772400" cy="1362075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000"/>
              <a:buFont typeface="Calibri"/>
              <a:buNone/>
              <a:defRPr b="1" sz="4000" cap="none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5"/>
          <p:cNvSpPr txBox="1"/>
          <p:nvPr>
            <p:ph idx="1" type="body"/>
          </p:nvPr>
        </p:nvSpPr>
        <p:spPr>
          <a:xfrm>
            <a:off x="722313" y="2906713"/>
            <a:ext cx="7772400" cy="15001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 sz="2000">
                <a:solidFill>
                  <a:srgbClr val="888888"/>
                </a:solidFill>
              </a:defRPr>
            </a:lvl1pPr>
            <a:lvl2pPr indent="-228600" lvl="1" marL="9144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rgbClr val="888888"/>
              </a:buClr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100000"/>
              </a:lnSpc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100000"/>
              </a:lnSpc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100000"/>
              </a:lnSpc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100000"/>
              </a:lnSpc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100000"/>
              </a:lnSpc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100000"/>
              </a:lnSpc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0" name="Google Shape;30;p5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1" name="Google Shape;31;p5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5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wo Content" type="twoObj">
  <p:cSld name="TWO_OBJECTS">
    <p:spTree>
      <p:nvGrpSpPr>
        <p:cNvPr id="33" name="Shape 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Google Shape;34;p6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6"/>
          <p:cNvSpPr txBox="1"/>
          <p:nvPr>
            <p:ph idx="1" type="body"/>
          </p:nvPr>
        </p:nvSpPr>
        <p:spPr>
          <a:xfrm>
            <a:off x="457200" y="1600200"/>
            <a:ext cx="40386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lnSpc>
                <a:spcPct val="100000"/>
              </a:lnSpc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 sz="2800"/>
            </a:lvl1pPr>
            <a:lvl2pPr indent="-381000" lvl="1" marL="914400" algn="l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–"/>
              <a:defRPr sz="2400"/>
            </a:lvl2pPr>
            <a:lvl3pPr indent="-355600" lvl="2" marL="13716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3pPr>
            <a:lvl4pPr indent="-342900" lvl="3" marL="18288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 sz="1800"/>
            </a:lvl4pPr>
            <a:lvl5pPr indent="-342900" lvl="4" marL="22860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 sz="1800"/>
            </a:lvl5pPr>
            <a:lvl6pPr indent="-342900" lvl="5" marL="27432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6pPr>
            <a:lvl7pPr indent="-342900" lvl="6" marL="32004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7pPr>
            <a:lvl8pPr indent="-342900" lvl="7" marL="3657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8pPr>
            <a:lvl9pPr indent="-342900" lvl="8" marL="41148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9pPr>
          </a:lstStyle>
          <a:p/>
        </p:txBody>
      </p:sp>
      <p:sp>
        <p:nvSpPr>
          <p:cNvPr id="36" name="Google Shape;36;p6"/>
          <p:cNvSpPr txBox="1"/>
          <p:nvPr>
            <p:ph idx="2" type="body"/>
          </p:nvPr>
        </p:nvSpPr>
        <p:spPr>
          <a:xfrm>
            <a:off x="4648200" y="1600200"/>
            <a:ext cx="40386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lnSpc>
                <a:spcPct val="100000"/>
              </a:lnSpc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 sz="2800"/>
            </a:lvl1pPr>
            <a:lvl2pPr indent="-381000" lvl="1" marL="914400" algn="l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–"/>
              <a:defRPr sz="2400"/>
            </a:lvl2pPr>
            <a:lvl3pPr indent="-355600" lvl="2" marL="13716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3pPr>
            <a:lvl4pPr indent="-342900" lvl="3" marL="18288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 sz="1800"/>
            </a:lvl4pPr>
            <a:lvl5pPr indent="-342900" lvl="4" marL="22860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 sz="1800"/>
            </a:lvl5pPr>
            <a:lvl6pPr indent="-342900" lvl="5" marL="27432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6pPr>
            <a:lvl7pPr indent="-342900" lvl="6" marL="32004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7pPr>
            <a:lvl8pPr indent="-342900" lvl="7" marL="3657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8pPr>
            <a:lvl9pPr indent="-342900" lvl="8" marL="41148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9pPr>
          </a:lstStyle>
          <a:p/>
        </p:txBody>
      </p:sp>
      <p:sp>
        <p:nvSpPr>
          <p:cNvPr id="37" name="Google Shape;37;p6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8" name="Google Shape;38;p6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6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mparison" type="twoTxTwoObj">
  <p:cSld name="TWO_OBJECTS_WITH_TEXT">
    <p:spTree>
      <p:nvGrpSpPr>
        <p:cNvPr id="40" name="Shape 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" name="Google Shape;41;p7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7"/>
          <p:cNvSpPr txBox="1"/>
          <p:nvPr>
            <p:ph idx="1" type="body"/>
          </p:nvPr>
        </p:nvSpPr>
        <p:spPr>
          <a:xfrm>
            <a:off x="457200" y="1535113"/>
            <a:ext cx="4040188" cy="639762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b="1" sz="2400"/>
            </a:lvl1pPr>
            <a:lvl2pPr indent="-228600" lvl="1" marL="9144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b="1" sz="2000"/>
            </a:lvl2pPr>
            <a:lvl3pPr indent="-228600" lvl="2" marL="1371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b="1" sz="1800"/>
            </a:lvl3pPr>
            <a:lvl4pPr indent="-228600" lvl="3" marL="18288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4pPr>
            <a:lvl5pPr indent="-228600" lvl="4" marL="22860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5pPr>
            <a:lvl6pPr indent="-228600" lvl="5" marL="27432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6pPr>
            <a:lvl7pPr indent="-228600" lvl="6" marL="32004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7pPr>
            <a:lvl8pPr indent="-228600" lvl="7" marL="36576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8pPr>
            <a:lvl9pPr indent="-228600" lvl="8" marL="41148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9pPr>
          </a:lstStyle>
          <a:p/>
        </p:txBody>
      </p:sp>
      <p:sp>
        <p:nvSpPr>
          <p:cNvPr id="43" name="Google Shape;43;p7"/>
          <p:cNvSpPr txBox="1"/>
          <p:nvPr>
            <p:ph idx="2" type="body"/>
          </p:nvPr>
        </p:nvSpPr>
        <p:spPr>
          <a:xfrm>
            <a:off x="457200" y="2174875"/>
            <a:ext cx="4040188" cy="39512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81000" lvl="0" marL="457200" algn="l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1pPr>
            <a:lvl2pPr indent="-355600" lvl="1" marL="9144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–"/>
              <a:defRPr sz="2000"/>
            </a:lvl2pPr>
            <a:lvl3pPr indent="-342900" lvl="2" marL="1371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3pPr>
            <a:lvl4pPr indent="-330200" lvl="3" marL="18288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–"/>
              <a:defRPr sz="1600"/>
            </a:lvl4pPr>
            <a:lvl5pPr indent="-330200" lvl="4" marL="22860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»"/>
              <a:defRPr sz="1600"/>
            </a:lvl5pPr>
            <a:lvl6pPr indent="-330200" lvl="5" marL="27432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6pPr>
            <a:lvl7pPr indent="-330200" lvl="6" marL="32004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7pPr>
            <a:lvl8pPr indent="-330200" lvl="7" marL="36576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8pPr>
            <a:lvl9pPr indent="-330200" lvl="8" marL="41148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9pPr>
          </a:lstStyle>
          <a:p/>
        </p:txBody>
      </p:sp>
      <p:sp>
        <p:nvSpPr>
          <p:cNvPr id="44" name="Google Shape;44;p7"/>
          <p:cNvSpPr txBox="1"/>
          <p:nvPr>
            <p:ph idx="3" type="body"/>
          </p:nvPr>
        </p:nvSpPr>
        <p:spPr>
          <a:xfrm>
            <a:off x="4645025" y="1535113"/>
            <a:ext cx="4041775" cy="639762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b="1" sz="2400"/>
            </a:lvl1pPr>
            <a:lvl2pPr indent="-228600" lvl="1" marL="9144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b="1" sz="2000"/>
            </a:lvl2pPr>
            <a:lvl3pPr indent="-228600" lvl="2" marL="1371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b="1" sz="1800"/>
            </a:lvl3pPr>
            <a:lvl4pPr indent="-228600" lvl="3" marL="18288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4pPr>
            <a:lvl5pPr indent="-228600" lvl="4" marL="22860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5pPr>
            <a:lvl6pPr indent="-228600" lvl="5" marL="27432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6pPr>
            <a:lvl7pPr indent="-228600" lvl="6" marL="32004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7pPr>
            <a:lvl8pPr indent="-228600" lvl="7" marL="36576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8pPr>
            <a:lvl9pPr indent="-228600" lvl="8" marL="41148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9pPr>
          </a:lstStyle>
          <a:p/>
        </p:txBody>
      </p:sp>
      <p:sp>
        <p:nvSpPr>
          <p:cNvPr id="45" name="Google Shape;45;p7"/>
          <p:cNvSpPr txBox="1"/>
          <p:nvPr>
            <p:ph idx="4" type="body"/>
          </p:nvPr>
        </p:nvSpPr>
        <p:spPr>
          <a:xfrm>
            <a:off x="4645025" y="2174875"/>
            <a:ext cx="4041775" cy="39512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81000" lvl="0" marL="457200" algn="l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1pPr>
            <a:lvl2pPr indent="-355600" lvl="1" marL="9144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–"/>
              <a:defRPr sz="2000"/>
            </a:lvl2pPr>
            <a:lvl3pPr indent="-342900" lvl="2" marL="1371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3pPr>
            <a:lvl4pPr indent="-330200" lvl="3" marL="18288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–"/>
              <a:defRPr sz="1600"/>
            </a:lvl4pPr>
            <a:lvl5pPr indent="-330200" lvl="4" marL="22860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»"/>
              <a:defRPr sz="1600"/>
            </a:lvl5pPr>
            <a:lvl6pPr indent="-330200" lvl="5" marL="27432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6pPr>
            <a:lvl7pPr indent="-330200" lvl="6" marL="32004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7pPr>
            <a:lvl8pPr indent="-330200" lvl="7" marL="36576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8pPr>
            <a:lvl9pPr indent="-330200" lvl="8" marL="41148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9pPr>
          </a:lstStyle>
          <a:p/>
        </p:txBody>
      </p:sp>
      <p:sp>
        <p:nvSpPr>
          <p:cNvPr id="46" name="Google Shape;46;p7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7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7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49" name="Shape 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Google Shape;50;p8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8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8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8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ntent with Caption" type="objTx">
  <p:cSld name="OBJECT_WITH_CAPTION_TEXT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9"/>
          <p:cNvSpPr txBox="1"/>
          <p:nvPr>
            <p:ph type="title"/>
          </p:nvPr>
        </p:nvSpPr>
        <p:spPr>
          <a:xfrm>
            <a:off x="457200" y="273050"/>
            <a:ext cx="3008313" cy="116205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Calibri"/>
              <a:buNone/>
              <a:defRPr b="1" sz="20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9"/>
          <p:cNvSpPr txBox="1"/>
          <p:nvPr>
            <p:ph idx="1" type="body"/>
          </p:nvPr>
        </p:nvSpPr>
        <p:spPr>
          <a:xfrm>
            <a:off x="3575050" y="273050"/>
            <a:ext cx="5111750" cy="58531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31800" lvl="0" marL="457200" algn="l">
              <a:lnSpc>
                <a:spcPct val="100000"/>
              </a:lnSpc>
              <a:spcBef>
                <a:spcPts val="640"/>
              </a:spcBef>
              <a:spcAft>
                <a:spcPts val="0"/>
              </a:spcAft>
              <a:buClr>
                <a:schemeClr val="dk1"/>
              </a:buClr>
              <a:buSzPts val="3200"/>
              <a:buChar char="•"/>
              <a:defRPr sz="3200"/>
            </a:lvl1pPr>
            <a:lvl2pPr indent="-406400" lvl="1" marL="914400" algn="l">
              <a:lnSpc>
                <a:spcPct val="100000"/>
              </a:lnSpc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Char char="–"/>
              <a:defRPr sz="2800"/>
            </a:lvl2pPr>
            <a:lvl3pPr indent="-381000" lvl="2" marL="1371600" algn="l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3pPr>
            <a:lvl4pPr indent="-355600" lvl="3" marL="18288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–"/>
              <a:defRPr sz="2000"/>
            </a:lvl4pPr>
            <a:lvl5pPr indent="-355600" lvl="4" marL="22860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»"/>
              <a:defRPr sz="2000"/>
            </a:lvl5pPr>
            <a:lvl6pPr indent="-355600" lvl="5" marL="27432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6pPr>
            <a:lvl7pPr indent="-355600" lvl="6" marL="32004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7pPr>
            <a:lvl8pPr indent="-355600" lvl="7" marL="36576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8pPr>
            <a:lvl9pPr indent="-355600" lvl="8" marL="41148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9pPr>
          </a:lstStyle>
          <a:p/>
        </p:txBody>
      </p:sp>
      <p:sp>
        <p:nvSpPr>
          <p:cNvPr id="57" name="Google Shape;57;p9"/>
          <p:cNvSpPr txBox="1"/>
          <p:nvPr>
            <p:ph idx="2" type="body"/>
          </p:nvPr>
        </p:nvSpPr>
        <p:spPr>
          <a:xfrm>
            <a:off x="457200" y="1435100"/>
            <a:ext cx="3008313" cy="46910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100000"/>
              </a:lnSpc>
              <a:spcBef>
                <a:spcPts val="28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1pPr>
            <a:lvl2pPr indent="-228600" lvl="1" marL="914400" algn="l">
              <a:lnSpc>
                <a:spcPct val="100000"/>
              </a:lnSpc>
              <a:spcBef>
                <a:spcPts val="24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2pPr>
            <a:lvl3pPr indent="-228600" lvl="2" marL="137160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3pPr>
            <a:lvl4pPr indent="-228600" lvl="3" marL="1828800" algn="l">
              <a:lnSpc>
                <a:spcPct val="100000"/>
              </a:lnSpc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4pPr>
            <a:lvl5pPr indent="-228600" lvl="4" marL="2286000" algn="l">
              <a:lnSpc>
                <a:spcPct val="100000"/>
              </a:lnSpc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5pPr>
            <a:lvl6pPr indent="-228600" lvl="5" marL="2743200" algn="l">
              <a:lnSpc>
                <a:spcPct val="100000"/>
              </a:lnSpc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6pPr>
            <a:lvl7pPr indent="-228600" lvl="6" marL="3200400" algn="l">
              <a:lnSpc>
                <a:spcPct val="100000"/>
              </a:lnSpc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7pPr>
            <a:lvl8pPr indent="-228600" lvl="7" marL="3657600" algn="l">
              <a:lnSpc>
                <a:spcPct val="100000"/>
              </a:lnSpc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8pPr>
            <a:lvl9pPr indent="-228600" lvl="8" marL="4114800" algn="l">
              <a:lnSpc>
                <a:spcPct val="100000"/>
              </a:lnSpc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9pPr>
          </a:lstStyle>
          <a:p/>
        </p:txBody>
      </p:sp>
      <p:sp>
        <p:nvSpPr>
          <p:cNvPr id="58" name="Google Shape;58;p9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9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9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icture with Caption" type="picTx">
  <p:cSld name="PICTURE_WITH_CAPTION_TEXT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10"/>
          <p:cNvSpPr txBox="1"/>
          <p:nvPr>
            <p:ph type="title"/>
          </p:nvPr>
        </p:nvSpPr>
        <p:spPr>
          <a:xfrm>
            <a:off x="1792288" y="4800600"/>
            <a:ext cx="5486400" cy="566738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Calibri"/>
              <a:buNone/>
              <a:defRPr b="1" sz="20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10"/>
          <p:cNvSpPr/>
          <p:nvPr>
            <p:ph idx="2" type="pic"/>
          </p:nvPr>
        </p:nvSpPr>
        <p:spPr>
          <a:xfrm>
            <a:off x="1792288" y="612775"/>
            <a:ext cx="5486400" cy="4114800"/>
          </a:xfrm>
          <a:prstGeom prst="rect">
            <a:avLst/>
          </a:prstGeom>
          <a:noFill/>
          <a:ln>
            <a:noFill/>
          </a:ln>
        </p:spPr>
      </p:sp>
      <p:sp>
        <p:nvSpPr>
          <p:cNvPr id="64" name="Google Shape;64;p10"/>
          <p:cNvSpPr txBox="1"/>
          <p:nvPr>
            <p:ph idx="1" type="body"/>
          </p:nvPr>
        </p:nvSpPr>
        <p:spPr>
          <a:xfrm>
            <a:off x="1792288" y="5367338"/>
            <a:ext cx="5486400" cy="80486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100000"/>
              </a:lnSpc>
              <a:spcBef>
                <a:spcPts val="28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1pPr>
            <a:lvl2pPr indent="-228600" lvl="1" marL="914400" algn="l">
              <a:lnSpc>
                <a:spcPct val="100000"/>
              </a:lnSpc>
              <a:spcBef>
                <a:spcPts val="24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2pPr>
            <a:lvl3pPr indent="-228600" lvl="2" marL="137160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3pPr>
            <a:lvl4pPr indent="-228600" lvl="3" marL="1828800" algn="l">
              <a:lnSpc>
                <a:spcPct val="100000"/>
              </a:lnSpc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4pPr>
            <a:lvl5pPr indent="-228600" lvl="4" marL="2286000" algn="l">
              <a:lnSpc>
                <a:spcPct val="100000"/>
              </a:lnSpc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5pPr>
            <a:lvl6pPr indent="-228600" lvl="5" marL="2743200" algn="l">
              <a:lnSpc>
                <a:spcPct val="100000"/>
              </a:lnSpc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6pPr>
            <a:lvl7pPr indent="-228600" lvl="6" marL="3200400" algn="l">
              <a:lnSpc>
                <a:spcPct val="100000"/>
              </a:lnSpc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7pPr>
            <a:lvl8pPr indent="-228600" lvl="7" marL="3657600" algn="l">
              <a:lnSpc>
                <a:spcPct val="100000"/>
              </a:lnSpc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8pPr>
            <a:lvl9pPr indent="-228600" lvl="8" marL="4114800" algn="l">
              <a:lnSpc>
                <a:spcPct val="100000"/>
              </a:lnSpc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9pPr>
          </a:lstStyle>
          <a:p/>
        </p:txBody>
      </p:sp>
      <p:sp>
        <p:nvSpPr>
          <p:cNvPr id="65" name="Google Shape;65;p10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6" name="Google Shape;66;p10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7" name="Google Shape;67;p10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Vertical Text" type="vertTx">
  <p:cSld name="VERTICAL_TEXT">
    <p:spTree>
      <p:nvGrpSpPr>
        <p:cNvPr id="68" name="Shape 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" name="Google Shape;69;p11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0" name="Google Shape;70;p11"/>
          <p:cNvSpPr txBox="1"/>
          <p:nvPr>
            <p:ph idx="1" type="body"/>
          </p:nvPr>
        </p:nvSpPr>
        <p:spPr>
          <a:xfrm rot="5400000">
            <a:off x="2309019" y="-251618"/>
            <a:ext cx="4525963" cy="8229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2pPr>
            <a:lvl3pPr indent="-342900" lvl="2" marL="1371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4pPr>
            <a:lvl5pPr indent="-342900" lvl="4" marL="22860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5pPr>
            <a:lvl6pPr indent="-342900" lvl="5" marL="27432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71" name="Google Shape;71;p11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1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3" name="Google Shape;73;p11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Vertical Title and Text" type="vertTitleAndTx">
  <p:cSld name="VERTICAL_TITLE_AND_VERTICAL_TEXT"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2"/>
          <p:cNvSpPr txBox="1"/>
          <p:nvPr>
            <p:ph type="title"/>
          </p:nvPr>
        </p:nvSpPr>
        <p:spPr>
          <a:xfrm rot="5400000">
            <a:off x="4732338" y="2171701"/>
            <a:ext cx="5851525" cy="20574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2"/>
          <p:cNvSpPr txBox="1"/>
          <p:nvPr>
            <p:ph idx="1" type="body"/>
          </p:nvPr>
        </p:nvSpPr>
        <p:spPr>
          <a:xfrm rot="5400000">
            <a:off x="541338" y="190500"/>
            <a:ext cx="5851525" cy="60198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2pPr>
            <a:lvl3pPr indent="-342900" lvl="2" marL="1371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4pPr>
            <a:lvl5pPr indent="-342900" lvl="4" marL="22860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5pPr>
            <a:lvl6pPr indent="-342900" lvl="5" marL="27432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77" name="Google Shape;77;p12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8" name="Google Shape;78;p12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2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  <a:defRPr b="0" i="0" sz="4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31800" lvl="0" marL="457200" marR="0" rtl="0" algn="l">
              <a:lnSpc>
                <a:spcPct val="100000"/>
              </a:lnSpc>
              <a:spcBef>
                <a:spcPts val="64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Arial"/>
              <a:buChar char="•"/>
              <a:defRPr b="0" i="0" sz="3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406400" lvl="1" marL="914400" marR="0" rtl="0" algn="l">
              <a:lnSpc>
                <a:spcPct val="100000"/>
              </a:lnSpc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–"/>
              <a:defRPr b="0" i="0" sz="2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381000" lvl="2" marL="1371600" marR="0" rtl="0" algn="l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b="0" i="0" sz="2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355600" lvl="3" marL="18288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–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355600" lvl="4" marL="22860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»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355600" lvl="5" marL="27432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55600" lvl="6" marL="32004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55600" lvl="7" marL="36576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55600" lvl="8" marL="41148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9" name="Google Shape;9;p1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0" name="Google Shape;10;p1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1.jpg"/><Relationship Id="rId4" Type="http://schemas.openxmlformats.org/officeDocument/2006/relationships/image" Target="../media/image2.png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png"/><Relationship Id="rId4" Type="http://schemas.openxmlformats.org/officeDocument/2006/relationships/image" Target="../media/image6.png"/><Relationship Id="rId5" Type="http://schemas.openxmlformats.org/officeDocument/2006/relationships/image" Target="../media/image4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5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dk2"/>
        </a:solidFill>
      </p:bgPr>
    </p:bg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3"/>
          <p:cNvSpPr txBox="1"/>
          <p:nvPr>
            <p:ph type="ctrTitle"/>
          </p:nvPr>
        </p:nvSpPr>
        <p:spPr>
          <a:xfrm>
            <a:off x="0" y="1849075"/>
            <a:ext cx="12192000" cy="1470000"/>
          </a:xfrm>
          <a:prstGeom prst="rect">
            <a:avLst/>
          </a:prstGeom>
        </p:spPr>
        <p:txBody>
          <a:bodyPr anchorCtr="0" anchor="ctr" bIns="45700" lIns="91425" spcFirstLastPara="1" rIns="91425" wrap="square" tIns="45700">
            <a:norm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US">
                <a:solidFill>
                  <a:srgbClr val="000000"/>
                </a:solidFill>
                <a:highlight>
                  <a:srgbClr val="EFEFEF"/>
                </a:highlight>
                <a:latin typeface="Lexend Black"/>
                <a:ea typeface="Lexend Black"/>
                <a:cs typeface="Lexend Black"/>
                <a:sym typeface="Lexend Black"/>
              </a:rPr>
              <a:t>ALGORITMOS DE ORDENAMIENTO</a:t>
            </a:r>
            <a:endParaRPr>
              <a:solidFill>
                <a:srgbClr val="000000"/>
              </a:solidFill>
              <a:highlight>
                <a:srgbClr val="EFEFEF"/>
              </a:highlight>
              <a:latin typeface="Lexend Black"/>
              <a:ea typeface="Lexend Black"/>
              <a:cs typeface="Lexend Black"/>
              <a:sym typeface="Lexend Black"/>
            </a:endParaRPr>
          </a:p>
        </p:txBody>
      </p:sp>
      <p:sp>
        <p:nvSpPr>
          <p:cNvPr id="85" name="Google Shape;85;p13"/>
          <p:cNvSpPr txBox="1"/>
          <p:nvPr>
            <p:ph idx="1" type="subTitle"/>
          </p:nvPr>
        </p:nvSpPr>
        <p:spPr>
          <a:xfrm>
            <a:off x="0" y="3319075"/>
            <a:ext cx="12192000" cy="230880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rtl="0" algn="ctr">
              <a:spcBef>
                <a:spcPts val="640"/>
              </a:spcBef>
              <a:spcAft>
                <a:spcPts val="0"/>
              </a:spcAft>
              <a:buNone/>
            </a:pPr>
            <a:r>
              <a:rPr lang="en-US">
                <a:solidFill>
                  <a:schemeClr val="dk1"/>
                </a:solidFill>
                <a:highlight>
                  <a:srgbClr val="CCCCCC"/>
                </a:highlight>
                <a:latin typeface="Lexend Black"/>
                <a:ea typeface="Lexend Black"/>
                <a:cs typeface="Lexend Black"/>
                <a:sym typeface="Lexend Black"/>
              </a:rPr>
              <a:t>Luis Andres Llerena Arredondo</a:t>
            </a:r>
            <a:endParaRPr>
              <a:solidFill>
                <a:schemeClr val="dk1"/>
              </a:solidFill>
              <a:highlight>
                <a:srgbClr val="CCCCCC"/>
              </a:highlight>
              <a:latin typeface="Lexend Black"/>
              <a:ea typeface="Lexend Black"/>
              <a:cs typeface="Lexend Black"/>
              <a:sym typeface="Lexend Black"/>
            </a:endParaRPr>
          </a:p>
          <a:p>
            <a:pPr indent="0" lvl="0" marL="0" rtl="0" algn="ctr">
              <a:spcBef>
                <a:spcPts val="640"/>
              </a:spcBef>
              <a:spcAft>
                <a:spcPts val="0"/>
              </a:spcAft>
              <a:buNone/>
            </a:pPr>
            <a:r>
              <a:rPr lang="en-US">
                <a:solidFill>
                  <a:schemeClr val="dk1"/>
                </a:solidFill>
                <a:highlight>
                  <a:srgbClr val="CCCCCC"/>
                </a:highlight>
                <a:latin typeface="Lexend Black"/>
                <a:ea typeface="Lexend Black"/>
                <a:cs typeface="Lexend Black"/>
                <a:sym typeface="Lexend Black"/>
              </a:rPr>
              <a:t>David Esteban Urrutia Morales</a:t>
            </a:r>
            <a:endParaRPr>
              <a:solidFill>
                <a:schemeClr val="dk1"/>
              </a:solidFill>
              <a:highlight>
                <a:srgbClr val="CCCCCC"/>
              </a:highlight>
              <a:latin typeface="Lexend Black"/>
              <a:ea typeface="Lexend Black"/>
              <a:cs typeface="Lexend Black"/>
              <a:sym typeface="Lexend Black"/>
            </a:endParaRPr>
          </a:p>
          <a:p>
            <a:pPr indent="0" lvl="0" marL="0" rtl="0" algn="ctr">
              <a:spcBef>
                <a:spcPts val="640"/>
              </a:spcBef>
              <a:spcAft>
                <a:spcPts val="0"/>
              </a:spcAft>
              <a:buNone/>
            </a:pPr>
            <a:r>
              <a:t/>
            </a:r>
            <a:endParaRPr>
              <a:solidFill>
                <a:schemeClr val="dk1"/>
              </a:solidFill>
              <a:latin typeface="Lexend Black"/>
              <a:ea typeface="Lexend Black"/>
              <a:cs typeface="Lexend Black"/>
              <a:sym typeface="Lexend Black"/>
            </a:endParaRPr>
          </a:p>
          <a:p>
            <a:pPr indent="0" lvl="0" marL="0" rtl="0" algn="ctr">
              <a:spcBef>
                <a:spcPts val="640"/>
              </a:spcBef>
              <a:spcAft>
                <a:spcPts val="0"/>
              </a:spcAft>
              <a:buNone/>
            </a:pPr>
            <a:r>
              <a:rPr lang="en-US">
                <a:solidFill>
                  <a:schemeClr val="dk1"/>
                </a:solidFill>
                <a:highlight>
                  <a:srgbClr val="CCCCCC"/>
                </a:highlight>
                <a:latin typeface="Lexend Black"/>
                <a:ea typeface="Lexend Black"/>
                <a:cs typeface="Lexend Black"/>
                <a:sym typeface="Lexend Black"/>
              </a:rPr>
              <a:t>Estructura de Datos</a:t>
            </a:r>
            <a:endParaRPr>
              <a:solidFill>
                <a:schemeClr val="dk1"/>
              </a:solidFill>
              <a:highlight>
                <a:srgbClr val="CCCCCC"/>
              </a:highlight>
              <a:latin typeface="Lexend Black"/>
              <a:ea typeface="Lexend Black"/>
              <a:cs typeface="Lexend Black"/>
              <a:sym typeface="Lexend Black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8FAFC"/>
        </a:solidFill>
      </p:bgPr>
    </p:bg>
    <p:spTree>
      <p:nvGrpSpPr>
        <p:cNvPr id="89" name="Shape 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0" name="Google Shape;90;p14"/>
          <p:cNvSpPr/>
          <p:nvPr/>
        </p:nvSpPr>
        <p:spPr>
          <a:xfrm>
            <a:off x="5809653" y="1991508"/>
            <a:ext cx="5863828" cy="3019425"/>
          </a:xfrm>
          <a:prstGeom prst="roundRect">
            <a:avLst>
              <a:gd fmla="val 5047" name="adj"/>
            </a:avLst>
          </a:prstGeom>
          <a:solidFill>
            <a:srgbClr val="FFFFFF"/>
          </a:solidFill>
          <a:ln cap="flat" cmpd="sng" w="19050">
            <a:solidFill>
              <a:srgbClr val="E2E8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1" name="Google Shape;91;p14"/>
          <p:cNvSpPr/>
          <p:nvPr/>
        </p:nvSpPr>
        <p:spPr>
          <a:xfrm>
            <a:off x="233950" y="1519250"/>
            <a:ext cx="5027400" cy="1234200"/>
          </a:xfrm>
          <a:prstGeom prst="roundRect">
            <a:avLst>
              <a:gd fmla="val 14035" name="adj"/>
            </a:avLst>
          </a:prstGeom>
          <a:solidFill>
            <a:srgbClr val="FFFFFF"/>
          </a:solidFill>
          <a:ln cap="flat" cmpd="sng" w="19050">
            <a:solidFill>
              <a:srgbClr val="E2E8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2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2" name="Google Shape;92;p14"/>
          <p:cNvSpPr/>
          <p:nvPr/>
        </p:nvSpPr>
        <p:spPr>
          <a:xfrm>
            <a:off x="227700" y="3089045"/>
            <a:ext cx="5033700" cy="1234200"/>
          </a:xfrm>
          <a:prstGeom prst="roundRect">
            <a:avLst>
              <a:gd fmla="val 17204" name="adj"/>
            </a:avLst>
          </a:prstGeom>
          <a:solidFill>
            <a:srgbClr val="FFFFFF"/>
          </a:solidFill>
          <a:ln cap="flat" cmpd="sng" w="19050">
            <a:solidFill>
              <a:srgbClr val="E2E8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2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3" name="Google Shape;93;p14"/>
          <p:cNvSpPr/>
          <p:nvPr/>
        </p:nvSpPr>
        <p:spPr>
          <a:xfrm>
            <a:off x="227700" y="4858525"/>
            <a:ext cx="5368500" cy="1234200"/>
          </a:xfrm>
          <a:prstGeom prst="roundRect">
            <a:avLst>
              <a:gd fmla="val 22641" name="adj"/>
            </a:avLst>
          </a:prstGeom>
          <a:solidFill>
            <a:srgbClr val="E2E8F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4" name="Google Shape;94;p14"/>
          <p:cNvSpPr/>
          <p:nvPr/>
        </p:nvSpPr>
        <p:spPr>
          <a:xfrm>
            <a:off x="3081553" y="5184492"/>
            <a:ext cx="2305200" cy="582300"/>
          </a:xfrm>
          <a:prstGeom prst="roundRect">
            <a:avLst>
              <a:gd fmla="val 24000" name="adj"/>
            </a:avLst>
          </a:prstGeom>
          <a:solidFill>
            <a:srgbClr val="FFFFFF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5" name="Google Shape;95;p14"/>
          <p:cNvSpPr/>
          <p:nvPr/>
        </p:nvSpPr>
        <p:spPr>
          <a:xfrm>
            <a:off x="6057300" y="2620225"/>
            <a:ext cx="5368500" cy="638100"/>
          </a:xfrm>
          <a:prstGeom prst="roundRect">
            <a:avLst>
              <a:gd fmla="val 14925" name="adj"/>
            </a:avLst>
          </a:prstGeom>
          <a:solidFill>
            <a:srgbClr val="F0FDF4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6" name="Google Shape;96;p14"/>
          <p:cNvSpPr/>
          <p:nvPr/>
        </p:nvSpPr>
        <p:spPr>
          <a:xfrm>
            <a:off x="6057303" y="3372633"/>
            <a:ext cx="5368528" cy="638175"/>
          </a:xfrm>
          <a:prstGeom prst="roundRect">
            <a:avLst>
              <a:gd fmla="val 14925" name="adj"/>
            </a:avLst>
          </a:prstGeom>
          <a:solidFill>
            <a:srgbClr val="FEFCE8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7" name="Google Shape;97;p14"/>
          <p:cNvSpPr/>
          <p:nvPr/>
        </p:nvSpPr>
        <p:spPr>
          <a:xfrm>
            <a:off x="6057303" y="4125108"/>
            <a:ext cx="5368528" cy="638175"/>
          </a:xfrm>
          <a:prstGeom prst="roundRect">
            <a:avLst>
              <a:gd fmla="val 14925" name="adj"/>
            </a:avLst>
          </a:prstGeom>
          <a:solidFill>
            <a:srgbClr val="FEF2F2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8" name="Google Shape;98;p14"/>
          <p:cNvSpPr/>
          <p:nvPr/>
        </p:nvSpPr>
        <p:spPr>
          <a:xfrm>
            <a:off x="6057303" y="2620158"/>
            <a:ext cx="47625" cy="638175"/>
          </a:xfrm>
          <a:prstGeom prst="rect">
            <a:avLst/>
          </a:prstGeom>
          <a:solidFill>
            <a:srgbClr val="22C55E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9" name="Google Shape;99;p14"/>
          <p:cNvSpPr/>
          <p:nvPr/>
        </p:nvSpPr>
        <p:spPr>
          <a:xfrm>
            <a:off x="6057303" y="3372633"/>
            <a:ext cx="47625" cy="638175"/>
          </a:xfrm>
          <a:prstGeom prst="rect">
            <a:avLst/>
          </a:prstGeom>
          <a:solidFill>
            <a:srgbClr val="EAB308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0" name="Google Shape;100;p14"/>
          <p:cNvSpPr/>
          <p:nvPr/>
        </p:nvSpPr>
        <p:spPr>
          <a:xfrm>
            <a:off x="6057303" y="4125108"/>
            <a:ext cx="47625" cy="638175"/>
          </a:xfrm>
          <a:prstGeom prst="rect">
            <a:avLst/>
          </a:prstGeom>
          <a:solidFill>
            <a:srgbClr val="EF4444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1" name="Google Shape;101;p14"/>
          <p:cNvSpPr txBox="1"/>
          <p:nvPr/>
        </p:nvSpPr>
        <p:spPr>
          <a:xfrm>
            <a:off x="609600" y="723900"/>
            <a:ext cx="7084166" cy="415498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700"/>
              <a:buFont typeface="Arial"/>
              <a:buNone/>
            </a:pPr>
            <a:r>
              <a:rPr b="1" i="0" lang="en-US" sz="2700" u="none" cap="none" strike="noStrike">
                <a:solidFill>
                  <a:srgbClr val="0F172A"/>
                </a:solidFill>
                <a:latin typeface="Fredoka"/>
                <a:ea typeface="Fredoka"/>
                <a:cs typeface="Fredoka"/>
                <a:sym typeface="Fredoka"/>
              </a:rPr>
              <a:t>1. Búsqueda Lineal (O Buscar Uno por Uno)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2" name="Google Shape;102;p14"/>
          <p:cNvSpPr txBox="1"/>
          <p:nvPr/>
        </p:nvSpPr>
        <p:spPr>
          <a:xfrm>
            <a:off x="7094662" y="2122105"/>
            <a:ext cx="5978128" cy="228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500"/>
              <a:buFont typeface="Arial"/>
              <a:buNone/>
            </a:pPr>
            <a:r>
              <a:rPr b="1" i="0" lang="en-US" sz="1500" u="none" cap="none" strike="noStrike">
                <a:solidFill>
                  <a:srgbClr val="0F172A"/>
                </a:solidFill>
                <a:latin typeface="Fredoka"/>
                <a:ea typeface="Fredoka"/>
                <a:cs typeface="Fredoka"/>
                <a:sym typeface="Fredoka"/>
              </a:rPr>
              <a:t>¿Cuánto tiempo tarda? (Tiempo)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3" name="Google Shape;103;p14"/>
          <p:cNvSpPr txBox="1"/>
          <p:nvPr/>
        </p:nvSpPr>
        <p:spPr>
          <a:xfrm>
            <a:off x="461814" y="1890713"/>
            <a:ext cx="4556400" cy="8334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25"/>
              <a:buFont typeface="Arial"/>
              <a:buNone/>
            </a:pPr>
            <a:r>
              <a:rPr b="1" i="0" lang="en-US" sz="1425" u="none" cap="none" strike="noStrike">
                <a:solidFill>
                  <a:srgbClr val="475569"/>
                </a:solidFill>
                <a:latin typeface="Nunito"/>
                <a:ea typeface="Nunito"/>
                <a:cs typeface="Nunito"/>
                <a:sym typeface="Nunito"/>
              </a:rPr>
              <a:t>Recorre la estructura de datos elemento por elemento desde el inicio hasta encontrar el objetivo o llegar al final.</a:t>
            </a:r>
            <a:endParaRPr b="1" i="0" sz="1700" u="none" cap="none" strike="noStrike">
              <a:solidFill>
                <a:srgbClr val="000000"/>
              </a:solidFill>
            </a:endParaRPr>
          </a:p>
        </p:txBody>
      </p:sp>
      <p:sp>
        <p:nvSpPr>
          <p:cNvPr id="104" name="Google Shape;104;p14"/>
          <p:cNvSpPr txBox="1"/>
          <p:nvPr/>
        </p:nvSpPr>
        <p:spPr>
          <a:xfrm>
            <a:off x="370125" y="3454275"/>
            <a:ext cx="5033700" cy="674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25"/>
              <a:buFont typeface="Arial"/>
              <a:buNone/>
            </a:pPr>
            <a:r>
              <a:rPr b="1" i="0" lang="en-US" sz="1825" u="none" cap="none" strike="noStrike">
                <a:solidFill>
                  <a:srgbClr val="475569"/>
                </a:solidFill>
                <a:latin typeface="Nunito"/>
                <a:ea typeface="Nunito"/>
                <a:cs typeface="Nunito"/>
                <a:sym typeface="Nunito"/>
              </a:rPr>
              <a:t>No requiere precondiciones sobre los datos </a:t>
            </a:r>
            <a:endParaRPr sz="2100"/>
          </a:p>
          <a:p>
            <a:pPr indent="0" lvl="0" marL="0" marR="0" rtl="0"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25"/>
              <a:buFont typeface="Arial"/>
              <a:buNone/>
            </a:pPr>
            <a:r>
              <a:rPr b="1" i="0" lang="en-US" sz="1825" u="none" cap="none" strike="noStrike">
                <a:solidFill>
                  <a:srgbClr val="475569"/>
                </a:solidFill>
                <a:latin typeface="Nunito"/>
                <a:ea typeface="Nunito"/>
                <a:cs typeface="Nunito"/>
                <a:sym typeface="Nunito"/>
              </a:rPr>
              <a:t>(pueden estar desordenados).</a:t>
            </a:r>
            <a:endParaRPr sz="2100"/>
          </a:p>
        </p:txBody>
      </p:sp>
      <p:sp>
        <p:nvSpPr>
          <p:cNvPr id="105" name="Google Shape;105;p14"/>
          <p:cNvSpPr txBox="1"/>
          <p:nvPr/>
        </p:nvSpPr>
        <p:spPr>
          <a:xfrm>
            <a:off x="269600" y="5254350"/>
            <a:ext cx="2811900" cy="631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50"/>
              <a:buFont typeface="Arial"/>
              <a:buNone/>
            </a:pPr>
            <a:r>
              <a:rPr b="1" i="0" lang="en-US" sz="2050" u="none" cap="none" strike="noStrike">
                <a:solidFill>
                  <a:srgbClr val="334155"/>
                </a:solidFill>
                <a:latin typeface="Nunito"/>
                <a:ea typeface="Nunito"/>
                <a:cs typeface="Nunito"/>
                <a:sym typeface="Nunito"/>
              </a:rPr>
              <a:t>Espacio que usa (Memoria):</a:t>
            </a:r>
            <a:endParaRPr b="1" i="0" sz="2400" u="none" cap="none" strike="noStrike">
              <a:solidFill>
                <a:srgbClr val="000000"/>
              </a:solidFill>
            </a:endParaRPr>
          </a:p>
        </p:txBody>
      </p:sp>
      <p:sp>
        <p:nvSpPr>
          <p:cNvPr id="106" name="Google Shape;106;p14"/>
          <p:cNvSpPr txBox="1"/>
          <p:nvPr/>
        </p:nvSpPr>
        <p:spPr>
          <a:xfrm>
            <a:off x="3134055" y="5317208"/>
            <a:ext cx="2200200" cy="27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r>
              <a:rPr b="1" i="0" lang="en-US" sz="1800" u="none" cap="none" strike="noStrike">
                <a:solidFill>
                  <a:srgbClr val="0F172A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 Súper poquito</a:t>
            </a:r>
            <a:endParaRPr b="0" i="0" sz="20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7" name="Google Shape;107;p14"/>
          <p:cNvSpPr txBox="1"/>
          <p:nvPr/>
        </p:nvSpPr>
        <p:spPr>
          <a:xfrm>
            <a:off x="1833711" y="1519238"/>
            <a:ext cx="1812600" cy="254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50"/>
              <a:buFont typeface="Arial"/>
              <a:buNone/>
            </a:pPr>
            <a:r>
              <a:rPr b="1" i="0" lang="en-US" sz="1650" u="none" cap="none" strike="noStrike">
                <a:solidFill>
                  <a:srgbClr val="1E293B"/>
                </a:solidFill>
                <a:latin typeface="Fredoka"/>
                <a:ea typeface="Fredoka"/>
                <a:cs typeface="Fredoka"/>
                <a:sym typeface="Fredoka"/>
              </a:rPr>
              <a:t>¿En qué consiste?</a:t>
            </a:r>
            <a:endParaRPr b="0" i="0" sz="17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8" name="Google Shape;108;p14"/>
          <p:cNvSpPr txBox="1"/>
          <p:nvPr/>
        </p:nvSpPr>
        <p:spPr>
          <a:xfrm>
            <a:off x="1743076" y="3101260"/>
            <a:ext cx="2287800" cy="254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50"/>
              <a:buFont typeface="Arial"/>
              <a:buNone/>
            </a:pPr>
            <a:r>
              <a:rPr b="1" i="0" lang="en-US" sz="1650" u="none" cap="none" strike="noStrike">
                <a:solidFill>
                  <a:srgbClr val="1E293B"/>
                </a:solidFill>
                <a:latin typeface="Fredoka"/>
                <a:ea typeface="Fredoka"/>
                <a:cs typeface="Fredoka"/>
                <a:sym typeface="Fredoka"/>
              </a:rPr>
              <a:t>¿Qué necesitas antes?</a:t>
            </a:r>
            <a:endParaRPr b="0" i="0" sz="17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9" name="Google Shape;109;p14"/>
          <p:cNvSpPr txBox="1"/>
          <p:nvPr/>
        </p:nvSpPr>
        <p:spPr>
          <a:xfrm>
            <a:off x="6238269" y="2691900"/>
            <a:ext cx="3278400" cy="254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50"/>
              <a:buFont typeface="Arial"/>
              <a:buNone/>
            </a:pPr>
            <a:r>
              <a:rPr b="1" i="0" lang="en-US" sz="1650" u="none" cap="none" strike="noStrike">
                <a:solidFill>
                  <a:srgbClr val="15803D"/>
                </a:solidFill>
                <a:latin typeface="Nunito"/>
                <a:ea typeface="Nunito"/>
                <a:cs typeface="Nunito"/>
                <a:sym typeface="Nunito"/>
              </a:rPr>
              <a:t> Mejor caso: Ω(1)</a:t>
            </a:r>
            <a:endParaRPr b="0" i="0" sz="20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10" name="Google Shape;110;p14"/>
          <p:cNvSpPr txBox="1"/>
          <p:nvPr/>
        </p:nvSpPr>
        <p:spPr>
          <a:xfrm>
            <a:off x="6238275" y="2929800"/>
            <a:ext cx="5265600" cy="2733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75"/>
              <a:buFont typeface="Arial"/>
              <a:buNone/>
            </a:pPr>
            <a:r>
              <a:rPr b="1" i="0" lang="en-US" sz="1775" u="none" cap="none" strike="noStrike">
                <a:solidFill>
                  <a:srgbClr val="166534"/>
                </a:solidFill>
                <a:latin typeface="Nunito"/>
                <a:ea typeface="Nunito"/>
                <a:cs typeface="Nunito"/>
                <a:sym typeface="Nunito"/>
              </a:rPr>
              <a:t>El elemento se encuentra en la primera posición.</a:t>
            </a:r>
            <a:endParaRPr b="1" i="0" sz="2200" u="none" cap="none" strike="noStrike">
              <a:solidFill>
                <a:srgbClr val="000000"/>
              </a:solidFill>
            </a:endParaRPr>
          </a:p>
        </p:txBody>
      </p:sp>
      <p:sp>
        <p:nvSpPr>
          <p:cNvPr id="111" name="Google Shape;111;p14"/>
          <p:cNvSpPr txBox="1"/>
          <p:nvPr/>
        </p:nvSpPr>
        <p:spPr>
          <a:xfrm>
            <a:off x="6238272" y="3394275"/>
            <a:ext cx="3278400" cy="223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50"/>
              <a:buFont typeface="Arial"/>
              <a:buNone/>
            </a:pPr>
            <a:r>
              <a:rPr b="1" i="0" lang="en-US" sz="1450" u="none" cap="none" strike="noStrike">
                <a:solidFill>
                  <a:srgbClr val="A16207"/>
                </a:solidFill>
                <a:latin typeface="Nunito"/>
                <a:ea typeface="Nunito"/>
                <a:cs typeface="Nunito"/>
                <a:sym typeface="Nunito"/>
              </a:rPr>
              <a:t>Caso Promedio: Θ(n)</a:t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12" name="Google Shape;112;p14"/>
          <p:cNvSpPr txBox="1"/>
          <p:nvPr/>
        </p:nvSpPr>
        <p:spPr>
          <a:xfrm>
            <a:off x="6238273" y="3706000"/>
            <a:ext cx="4122600" cy="2424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75"/>
              <a:buFont typeface="Arial"/>
              <a:buNone/>
            </a:pPr>
            <a:r>
              <a:rPr b="1" i="0" lang="en-US" sz="1575" u="none" cap="none" strike="noStrike">
                <a:solidFill>
                  <a:srgbClr val="854D0E"/>
                </a:solidFill>
                <a:latin typeface="Nunito"/>
                <a:ea typeface="Nunito"/>
                <a:cs typeface="Nunito"/>
                <a:sym typeface="Nunito"/>
              </a:rPr>
              <a:t>El elemento se encuentra en el medio.</a:t>
            </a:r>
            <a:endParaRPr b="1" i="0" sz="2000" u="none" cap="none" strike="noStrike">
              <a:solidFill>
                <a:srgbClr val="000000"/>
              </a:solidFill>
            </a:endParaRPr>
          </a:p>
        </p:txBody>
      </p:sp>
      <p:sp>
        <p:nvSpPr>
          <p:cNvPr id="113" name="Google Shape;113;p14"/>
          <p:cNvSpPr txBox="1"/>
          <p:nvPr/>
        </p:nvSpPr>
        <p:spPr>
          <a:xfrm>
            <a:off x="6238277" y="4258450"/>
            <a:ext cx="1455600" cy="223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50"/>
              <a:buFont typeface="Arial"/>
              <a:buNone/>
            </a:pPr>
            <a:r>
              <a:rPr b="1" i="0" lang="en-US" sz="1450" u="none" cap="none" strike="noStrike">
                <a:solidFill>
                  <a:srgbClr val="B91C1C"/>
                </a:solidFill>
                <a:latin typeface="Nunito"/>
                <a:ea typeface="Nunito"/>
                <a:cs typeface="Nunito"/>
                <a:sym typeface="Nunito"/>
              </a:rPr>
              <a:t>Peor caso: O(n)</a:t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14" name="Google Shape;114;p14"/>
          <p:cNvSpPr txBox="1"/>
          <p:nvPr/>
        </p:nvSpPr>
        <p:spPr>
          <a:xfrm>
            <a:off x="6238275" y="4458475"/>
            <a:ext cx="4210500" cy="2733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75"/>
              <a:buFont typeface="Arial"/>
              <a:buNone/>
            </a:pPr>
            <a:r>
              <a:rPr b="1" i="0" lang="en-US" sz="1775" u="none" cap="none" strike="noStrike">
                <a:solidFill>
                  <a:srgbClr val="991B1B"/>
                </a:solidFill>
                <a:latin typeface="Nunito"/>
                <a:ea typeface="Nunito"/>
                <a:cs typeface="Nunito"/>
                <a:sym typeface="Nunito"/>
              </a:rPr>
              <a:t>El elemento está al final o no existe.</a:t>
            </a:r>
            <a:endParaRPr b="1" i="0" sz="1775" u="none" cap="none" strike="noStrike">
              <a:solidFill>
                <a:srgbClr val="991B1B"/>
              </a:solidFill>
              <a:latin typeface="Nunito"/>
              <a:ea typeface="Nunito"/>
              <a:cs typeface="Nunito"/>
              <a:sym typeface="Nunito"/>
            </a:endParaRPr>
          </a:p>
        </p:txBody>
      </p:sp>
      <p:pic>
        <p:nvPicPr>
          <p:cNvPr id="115" name="Google Shape;115;p14" title="images.jp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 rot="651326">
            <a:off x="7968161" y="301076"/>
            <a:ext cx="2585026" cy="1450125"/>
          </a:xfrm>
          <a:prstGeom prst="rect">
            <a:avLst/>
          </a:prstGeom>
          <a:noFill/>
          <a:ln>
            <a:noFill/>
          </a:ln>
        </p:spPr>
      </p:pic>
      <p:pic>
        <p:nvPicPr>
          <p:cNvPr id="116" name="Google Shape;116;p14" title="images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5966225" y="5020775"/>
            <a:ext cx="4880375" cy="17937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8FAFC"/>
        </a:solidFill>
      </p:bgPr>
    </p:bg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5"/>
          <p:cNvSpPr/>
          <p:nvPr/>
        </p:nvSpPr>
        <p:spPr>
          <a:xfrm>
            <a:off x="609602" y="1487285"/>
            <a:ext cx="3336131" cy="2266950"/>
          </a:xfrm>
          <a:prstGeom prst="roundRect">
            <a:avLst>
              <a:gd fmla="val 4568" name="adj"/>
            </a:avLst>
          </a:prstGeom>
          <a:solidFill>
            <a:srgbClr val="FFFFFF"/>
          </a:solidFill>
          <a:ln cap="flat" cmpd="sng" w="19050">
            <a:solidFill>
              <a:srgbClr val="E2E8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2" name="Google Shape;122;p15"/>
          <p:cNvSpPr/>
          <p:nvPr/>
        </p:nvSpPr>
        <p:spPr>
          <a:xfrm>
            <a:off x="4054100" y="3735174"/>
            <a:ext cx="3919500" cy="2725500"/>
          </a:xfrm>
          <a:prstGeom prst="roundRect">
            <a:avLst>
              <a:gd fmla="val 3888" name="adj"/>
            </a:avLst>
          </a:prstGeom>
          <a:solidFill>
            <a:srgbClr val="FFFFFF"/>
          </a:solidFill>
          <a:ln cap="flat" cmpd="sng" w="19050">
            <a:solidFill>
              <a:srgbClr val="E2E8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2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3" name="Google Shape;123;p15"/>
          <p:cNvSpPr/>
          <p:nvPr/>
        </p:nvSpPr>
        <p:spPr>
          <a:xfrm>
            <a:off x="8246268" y="1371600"/>
            <a:ext cx="3336131" cy="2535036"/>
          </a:xfrm>
          <a:prstGeom prst="roundRect">
            <a:avLst>
              <a:gd fmla="val 4568" name="adj"/>
            </a:avLst>
          </a:prstGeom>
          <a:solidFill>
            <a:srgbClr val="FFFFFF"/>
          </a:solidFill>
          <a:ln cap="flat" cmpd="sng" w="19050">
            <a:solidFill>
              <a:srgbClr val="E2E8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4" name="Google Shape;124;p15"/>
          <p:cNvSpPr/>
          <p:nvPr/>
        </p:nvSpPr>
        <p:spPr>
          <a:xfrm>
            <a:off x="4263649" y="4268585"/>
            <a:ext cx="3500437" cy="800100"/>
          </a:xfrm>
          <a:prstGeom prst="roundRect">
            <a:avLst>
              <a:gd fmla="val 9523" name="adj"/>
            </a:avLst>
          </a:prstGeom>
          <a:solidFill>
            <a:srgbClr val="F8FAFC"/>
          </a:solidFill>
          <a:ln cap="flat" cmpd="sng" w="9525">
            <a:solidFill>
              <a:srgbClr val="CBD5E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2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5" name="Google Shape;125;p15"/>
          <p:cNvSpPr/>
          <p:nvPr/>
        </p:nvSpPr>
        <p:spPr>
          <a:xfrm>
            <a:off x="4263650" y="5182975"/>
            <a:ext cx="3500400" cy="1177200"/>
          </a:xfrm>
          <a:prstGeom prst="roundRect">
            <a:avLst>
              <a:gd fmla="val 9523" name="adj"/>
            </a:avLst>
          </a:prstGeom>
          <a:solidFill>
            <a:srgbClr val="F8FAFC"/>
          </a:solidFill>
          <a:ln cap="flat" cmpd="sng" w="9525">
            <a:solidFill>
              <a:srgbClr val="CBD5E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2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6" name="Google Shape;126;p15"/>
          <p:cNvSpPr/>
          <p:nvPr/>
        </p:nvSpPr>
        <p:spPr>
          <a:xfrm>
            <a:off x="8455818" y="1743075"/>
            <a:ext cx="2917031" cy="866775"/>
          </a:xfrm>
          <a:prstGeom prst="roundRect">
            <a:avLst>
              <a:gd fmla="val 8791" name="adj"/>
            </a:avLst>
          </a:prstGeom>
          <a:solidFill>
            <a:srgbClr val="F0FDF4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7" name="Google Shape;127;p15"/>
          <p:cNvSpPr/>
          <p:nvPr/>
        </p:nvSpPr>
        <p:spPr>
          <a:xfrm>
            <a:off x="8455818" y="2667000"/>
            <a:ext cx="2917031" cy="866775"/>
          </a:xfrm>
          <a:prstGeom prst="roundRect">
            <a:avLst>
              <a:gd fmla="val 8791" name="adj"/>
            </a:avLst>
          </a:prstGeom>
          <a:solidFill>
            <a:srgbClr val="E0F2FE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8" name="Google Shape;128;p15"/>
          <p:cNvSpPr txBox="1"/>
          <p:nvPr/>
        </p:nvSpPr>
        <p:spPr>
          <a:xfrm>
            <a:off x="609600" y="723900"/>
            <a:ext cx="6107084" cy="419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700"/>
              <a:buFont typeface="Arial"/>
              <a:buNone/>
            </a:pPr>
            <a:r>
              <a:rPr b="1" i="0" lang="en-US" sz="2700" u="none" cap="none" strike="noStrike">
                <a:solidFill>
                  <a:srgbClr val="0F172A"/>
                </a:solidFill>
                <a:latin typeface="Fredoka"/>
                <a:ea typeface="Fredoka"/>
                <a:cs typeface="Fredoka"/>
                <a:sym typeface="Fredoka"/>
              </a:rPr>
              <a:t>2. Búsqueda Binaria (Cortar a la mitad) 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29" name="Google Shape;129;p15"/>
          <p:cNvSpPr txBox="1"/>
          <p:nvPr/>
        </p:nvSpPr>
        <p:spPr>
          <a:xfrm>
            <a:off x="4263650" y="3906625"/>
            <a:ext cx="3603300" cy="284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50"/>
              <a:buFont typeface="Arial"/>
              <a:buNone/>
            </a:pPr>
            <a:r>
              <a:rPr b="1" i="0" lang="en-US" sz="1850" u="none" cap="none" strike="noStrike">
                <a:solidFill>
                  <a:srgbClr val="0F172A"/>
                </a:solidFill>
                <a:latin typeface="Fredoka"/>
                <a:ea typeface="Fredoka"/>
                <a:cs typeface="Fredoka"/>
                <a:sym typeface="Fredoka"/>
              </a:rPr>
              <a:t>¿Cómo sabe dónde buscar?</a:t>
            </a:r>
            <a:endParaRPr b="1" i="0" sz="1900" u="none" cap="none" strike="noStrike">
              <a:solidFill>
                <a:srgbClr val="000000"/>
              </a:solidFill>
            </a:endParaRPr>
          </a:p>
        </p:txBody>
      </p:sp>
      <p:sp>
        <p:nvSpPr>
          <p:cNvPr id="130" name="Google Shape;130;p15"/>
          <p:cNvSpPr txBox="1"/>
          <p:nvPr/>
        </p:nvSpPr>
        <p:spPr>
          <a:xfrm>
            <a:off x="4416162" y="4315910"/>
            <a:ext cx="3367200" cy="227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75"/>
              <a:buFont typeface="Arial"/>
              <a:buNone/>
            </a:pPr>
            <a:r>
              <a:rPr b="1" i="0" lang="en-US" sz="1475" u="none" cap="none" strike="noStrike">
                <a:solidFill>
                  <a:srgbClr val="1E293B"/>
                </a:solidFill>
                <a:latin typeface="Nunito"/>
                <a:ea typeface="Nunito"/>
                <a:cs typeface="Nunito"/>
                <a:sym typeface="Nunito"/>
              </a:rPr>
              <a:t> El Rango [Izquierda, Derecha]</a:t>
            </a:r>
            <a:endParaRPr b="1" i="0" sz="1900" u="none" cap="none" strike="noStrike">
              <a:solidFill>
                <a:srgbClr val="000000"/>
              </a:solidFill>
            </a:endParaRPr>
          </a:p>
        </p:txBody>
      </p:sp>
      <p:sp>
        <p:nvSpPr>
          <p:cNvPr id="131" name="Google Shape;131;p15"/>
          <p:cNvSpPr txBox="1"/>
          <p:nvPr/>
        </p:nvSpPr>
        <p:spPr>
          <a:xfrm>
            <a:off x="4416174" y="5289248"/>
            <a:ext cx="3367200" cy="227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75"/>
              <a:buFont typeface="Arial"/>
              <a:buNone/>
            </a:pPr>
            <a:r>
              <a:rPr b="1" i="0" lang="en-US" sz="1475" u="none" cap="none" strike="noStrike">
                <a:solidFill>
                  <a:srgbClr val="1E293B"/>
                </a:solidFill>
                <a:latin typeface="Nunito"/>
                <a:ea typeface="Nunito"/>
                <a:cs typeface="Nunito"/>
                <a:sym typeface="Nunito"/>
              </a:rPr>
              <a:t> ¿Cuándo se detiene el programa?</a:t>
            </a:r>
            <a:endParaRPr b="0" i="0" sz="19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32" name="Google Shape;132;p15"/>
          <p:cNvSpPr txBox="1"/>
          <p:nvPr/>
        </p:nvSpPr>
        <p:spPr>
          <a:xfrm>
            <a:off x="9467826" y="1485900"/>
            <a:ext cx="3488531" cy="20955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50"/>
              <a:buFont typeface="Arial"/>
              <a:buNone/>
            </a:pPr>
            <a:r>
              <a:rPr b="1" i="0" lang="en-US" sz="1350" u="none" cap="none" strike="noStrike">
                <a:solidFill>
                  <a:srgbClr val="0F172A"/>
                </a:solidFill>
                <a:latin typeface="Fredoka"/>
                <a:ea typeface="Fredoka"/>
                <a:cs typeface="Fredoka"/>
                <a:sym typeface="Fredoka"/>
              </a:rPr>
              <a:t>Rapidez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33" name="Google Shape;133;p15"/>
          <p:cNvSpPr txBox="1"/>
          <p:nvPr/>
        </p:nvSpPr>
        <p:spPr>
          <a:xfrm>
            <a:off x="8570118" y="1857375"/>
            <a:ext cx="2783700" cy="200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rPr b="1" i="0" lang="en-US" sz="1300" u="none" cap="none" strike="noStrike">
                <a:solidFill>
                  <a:srgbClr val="166534"/>
                </a:solidFill>
                <a:latin typeface="Nunito"/>
                <a:ea typeface="Nunito"/>
                <a:cs typeface="Nunito"/>
                <a:sym typeface="Nunito"/>
              </a:rPr>
              <a:t>Mejor Caso Salió justo en el centro</a:t>
            </a:r>
            <a:endParaRPr b="1" i="0" sz="1300" u="none" cap="none" strike="noStrike">
              <a:solidFill>
                <a:srgbClr val="000000"/>
              </a:solidFill>
            </a:endParaRPr>
          </a:p>
        </p:txBody>
      </p:sp>
      <p:sp>
        <p:nvSpPr>
          <p:cNvPr id="134" name="Google Shape;134;p15"/>
          <p:cNvSpPr txBox="1"/>
          <p:nvPr/>
        </p:nvSpPr>
        <p:spPr>
          <a:xfrm>
            <a:off x="8570118" y="2756364"/>
            <a:ext cx="2783700" cy="4233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50"/>
              <a:buFont typeface="Arial"/>
              <a:buNone/>
            </a:pPr>
            <a:r>
              <a:rPr b="1" i="0" lang="en-US" sz="1350" u="none" cap="none" strike="noStrike">
                <a:solidFill>
                  <a:srgbClr val="0369A1"/>
                </a:solidFill>
                <a:latin typeface="Nunito"/>
                <a:ea typeface="Nunito"/>
                <a:cs typeface="Nunito"/>
                <a:sym typeface="Nunito"/>
              </a:rPr>
              <a:t>Peor Cas rapidísimo </a:t>
            </a:r>
            <a:r>
              <a:rPr b="1" i="0" lang="en-US" u="none" cap="none" strike="noStrike">
                <a:solidFill>
                  <a:srgbClr val="0369A1"/>
                </a:solidFill>
                <a:latin typeface="Nunito"/>
                <a:ea typeface="Nunito"/>
                <a:cs typeface="Nunito"/>
                <a:sym typeface="Nunito"/>
              </a:rPr>
              <a:t>Divide</a:t>
            </a:r>
            <a:r>
              <a:rPr b="1" i="0" lang="en-US" sz="1350" u="none" cap="none" strike="noStrike">
                <a:solidFill>
                  <a:srgbClr val="0369A1"/>
                </a:solidFill>
                <a:latin typeface="Nunito"/>
                <a:ea typeface="Nunito"/>
                <a:cs typeface="Nunito"/>
                <a:sym typeface="Nunito"/>
              </a:rPr>
              <a:t> a la mitad muchas veces.</a:t>
            </a:r>
            <a:endParaRPr b="0" i="0" sz="135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35" name="Google Shape;135;p15"/>
          <p:cNvSpPr txBox="1"/>
          <p:nvPr/>
        </p:nvSpPr>
        <p:spPr>
          <a:xfrm>
            <a:off x="1490765" y="1649210"/>
            <a:ext cx="3828603" cy="2095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50"/>
              <a:buFont typeface="Arial"/>
              <a:buNone/>
            </a:pPr>
            <a:r>
              <a:rPr b="1" i="0" lang="en-US" sz="1350" u="none" cap="none" strike="noStrike">
                <a:solidFill>
                  <a:srgbClr val="0F172A"/>
                </a:solidFill>
                <a:latin typeface="Fredoka"/>
                <a:ea typeface="Fredoka"/>
                <a:cs typeface="Fredoka"/>
                <a:sym typeface="Fredoka"/>
              </a:rPr>
              <a:t>¿Cómo funciona?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36" name="Google Shape;136;p15"/>
          <p:cNvSpPr txBox="1"/>
          <p:nvPr/>
        </p:nvSpPr>
        <p:spPr>
          <a:xfrm>
            <a:off x="819150" y="2026648"/>
            <a:ext cx="3012300" cy="1670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50"/>
              <a:buFont typeface="Arial"/>
              <a:buNone/>
            </a:pPr>
            <a:r>
              <a:rPr b="1" i="0" lang="en-US" sz="1550" u="none" cap="none" strike="noStrike">
                <a:solidFill>
                  <a:srgbClr val="475569"/>
                </a:solidFill>
                <a:latin typeface="Nunito"/>
                <a:ea typeface="Nunito"/>
                <a:cs typeface="Nunito"/>
                <a:sym typeface="Nunito"/>
              </a:rPr>
              <a:t>Usa la técnica de </a:t>
            </a:r>
            <a:r>
              <a:rPr b="1" i="0" lang="en-US" sz="1550" u="none" cap="none" strike="noStrike">
                <a:solidFill>
                  <a:srgbClr val="475569"/>
                </a:solidFill>
                <a:latin typeface="Nunito"/>
                <a:ea typeface="Nunito"/>
                <a:cs typeface="Nunito"/>
                <a:sym typeface="Nunito"/>
              </a:rPr>
              <a:t>"Divide y Vencerás"</a:t>
            </a:r>
            <a:r>
              <a:rPr b="1" i="0" lang="en-US" sz="1550" u="none" cap="none" strike="noStrike">
                <a:solidFill>
                  <a:srgbClr val="475569"/>
                </a:solidFill>
                <a:latin typeface="Nunito"/>
                <a:ea typeface="Nunito"/>
                <a:cs typeface="Nunito"/>
                <a:sym typeface="Nunito"/>
              </a:rPr>
              <a:t>. En vez de revisar todo, miras la mitad y descartas la parte donde sabes que no está.</a:t>
            </a:r>
            <a:endParaRPr b="1" i="0" sz="1900" u="none" cap="none" strike="noStrike">
              <a:solidFill>
                <a:srgbClr val="000000"/>
              </a:solidFill>
            </a:endParaRPr>
          </a:p>
        </p:txBody>
      </p:sp>
      <p:sp>
        <p:nvSpPr>
          <p:cNvPr id="137" name="Google Shape;137;p15"/>
          <p:cNvSpPr txBox="1"/>
          <p:nvPr/>
        </p:nvSpPr>
        <p:spPr>
          <a:xfrm>
            <a:off x="4387474" y="4601960"/>
            <a:ext cx="3348000" cy="3924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75"/>
              <a:buFont typeface="Arial"/>
              <a:buNone/>
            </a:pPr>
            <a:r>
              <a:rPr b="1" i="0" lang="en-US" sz="1275" u="none" cap="none" strike="noStrike">
                <a:solidFill>
                  <a:srgbClr val="475569"/>
                </a:solidFill>
                <a:latin typeface="Nunito"/>
                <a:ea typeface="Nunito"/>
                <a:cs typeface="Nunito"/>
                <a:sym typeface="Nunito"/>
              </a:rPr>
              <a:t>El dato SIEMPRE tiene que estar atrapado entre el límite izquierdo y el derecho.</a:t>
            </a:r>
            <a:endParaRPr b="1" i="0" sz="1700" u="none" cap="none" strike="noStrike">
              <a:solidFill>
                <a:srgbClr val="000000"/>
              </a:solidFill>
            </a:endParaRPr>
          </a:p>
        </p:txBody>
      </p:sp>
      <p:sp>
        <p:nvSpPr>
          <p:cNvPr id="138" name="Google Shape;138;p15"/>
          <p:cNvSpPr txBox="1"/>
          <p:nvPr/>
        </p:nvSpPr>
        <p:spPr>
          <a:xfrm>
            <a:off x="4387474" y="5516360"/>
            <a:ext cx="3348000" cy="681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75"/>
              <a:buFont typeface="Arial"/>
              <a:buNone/>
            </a:pPr>
            <a:r>
              <a:rPr b="1" i="0" lang="en-US" sz="1475" u="none" cap="none" strike="noStrike">
                <a:solidFill>
                  <a:srgbClr val="475569"/>
                </a:solidFill>
                <a:latin typeface="Nunito"/>
                <a:ea typeface="Nunito"/>
                <a:cs typeface="Nunito"/>
                <a:sym typeface="Nunito"/>
              </a:rPr>
              <a:t>1. Cuando lo encuentra.</a:t>
            </a:r>
            <a:br>
              <a:rPr b="1" i="0" lang="en-US" sz="23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</a:br>
            <a:r>
              <a:rPr b="1" i="0" lang="en-US" sz="1475" u="none" cap="none" strike="noStrike">
                <a:solidFill>
                  <a:srgbClr val="475569"/>
                </a:solidFill>
                <a:latin typeface="Nunito"/>
                <a:ea typeface="Nunito"/>
                <a:cs typeface="Nunito"/>
                <a:sym typeface="Nunito"/>
              </a:rPr>
              <a:t> 2. O si </a:t>
            </a:r>
            <a:r>
              <a:rPr b="1" i="0" lang="en-US" sz="1475" u="none" cap="none" strike="noStrike">
                <a:solidFill>
                  <a:srgbClr val="EF4444"/>
                </a:solidFill>
                <a:latin typeface="Nunito"/>
                <a:ea typeface="Nunito"/>
                <a:cs typeface="Nunito"/>
                <a:sym typeface="Nunito"/>
              </a:rPr>
              <a:t>izquierda &gt; derecha</a:t>
            </a:r>
            <a:r>
              <a:rPr b="1" i="0" lang="en-US" sz="1475" u="none" cap="none" strike="noStrike">
                <a:solidFill>
                  <a:srgbClr val="475569"/>
                </a:solidFill>
                <a:latin typeface="Nunito"/>
                <a:ea typeface="Nunito"/>
                <a:cs typeface="Nunito"/>
                <a:sym typeface="Nunito"/>
              </a:rPr>
              <a:t> (significa que no existe).</a:t>
            </a:r>
            <a:endParaRPr b="1" i="0" sz="1900" u="none" cap="none" strike="noStrike">
              <a:solidFill>
                <a:srgbClr val="000000"/>
              </a:solidFill>
            </a:endParaRPr>
          </a:p>
        </p:txBody>
      </p:sp>
      <p:sp>
        <p:nvSpPr>
          <p:cNvPr id="139" name="Google Shape;139;p15"/>
          <p:cNvSpPr txBox="1"/>
          <p:nvPr/>
        </p:nvSpPr>
        <p:spPr>
          <a:xfrm>
            <a:off x="8570128" y="2152650"/>
            <a:ext cx="897600" cy="3309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50"/>
              <a:buFont typeface="Arial"/>
              <a:buNone/>
            </a:pPr>
            <a:r>
              <a:rPr b="1" i="0" lang="en-US" sz="2150" u="none" cap="none" strike="noStrike">
                <a:solidFill>
                  <a:srgbClr val="15803D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Ω(1)</a:t>
            </a:r>
            <a:endParaRPr b="1" i="0" sz="2200" u="none" cap="none" strike="noStrike">
              <a:solidFill>
                <a:srgbClr val="000000"/>
              </a:solidFill>
            </a:endParaRPr>
          </a:p>
        </p:txBody>
      </p:sp>
      <p:sp>
        <p:nvSpPr>
          <p:cNvPr id="140" name="Google Shape;140;p15"/>
          <p:cNvSpPr txBox="1"/>
          <p:nvPr/>
        </p:nvSpPr>
        <p:spPr>
          <a:xfrm>
            <a:off x="8570130" y="3176575"/>
            <a:ext cx="1790700" cy="2847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50"/>
              <a:buFont typeface="Arial"/>
              <a:buNone/>
            </a:pPr>
            <a:r>
              <a:rPr b="1" i="0" lang="en-US" sz="1850" u="none" cap="none" strike="noStrike">
                <a:solidFill>
                  <a:srgbClr val="0284C7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O(log n)</a:t>
            </a:r>
            <a:endParaRPr b="1" i="0" sz="1900" u="none" cap="none" strike="noStrike">
              <a:solidFill>
                <a:srgbClr val="000000"/>
              </a:solidFill>
            </a:endParaRPr>
          </a:p>
        </p:txBody>
      </p:sp>
      <p:sp>
        <p:nvSpPr>
          <p:cNvPr id="141" name="Google Shape;141;p15"/>
          <p:cNvSpPr txBox="1"/>
          <p:nvPr/>
        </p:nvSpPr>
        <p:spPr>
          <a:xfrm>
            <a:off x="8287962" y="3599000"/>
            <a:ext cx="3348000" cy="2424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75"/>
              <a:buFont typeface="Arial"/>
              <a:buNone/>
            </a:pPr>
            <a:r>
              <a:rPr b="1" i="0" lang="en-US" sz="1575" u="none" cap="none" strike="noStrike">
                <a:solidFill>
                  <a:srgbClr val="1E293B"/>
                </a:solidFill>
                <a:latin typeface="Nunito"/>
                <a:ea typeface="Nunito"/>
                <a:cs typeface="Nunito"/>
                <a:sym typeface="Nunito"/>
              </a:rPr>
              <a:t>Espacio: O(1) en versión iterativa.</a:t>
            </a:r>
            <a:endParaRPr sz="2000"/>
          </a:p>
        </p:txBody>
      </p:sp>
      <p:pic>
        <p:nvPicPr>
          <p:cNvPr id="142" name="Google Shape;142;p15" title="images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4458523" y="1248463"/>
            <a:ext cx="3160650" cy="2381250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5" title="images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744950" y="3906625"/>
            <a:ext cx="3160672" cy="2381250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5" title="images.jpg"/>
          <p:cNvPicPr preferRelativeResize="0"/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8293901" y="4174125"/>
            <a:ext cx="3336124" cy="2186175"/>
          </a:xfrm>
          <a:prstGeom prst="rect">
            <a:avLst/>
          </a:prstGeom>
          <a:noFill/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8FAFC"/>
        </a:solidFill>
      </p:bgPr>
    </p:bg>
    <p:spTree>
      <p:nvGrpSpPr>
        <p:cNvPr id="168" name="Shape 1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9" name="Google Shape;169;p1"/>
          <p:cNvSpPr/>
          <p:nvPr/>
        </p:nvSpPr>
        <p:spPr>
          <a:xfrm>
            <a:off x="609600" y="1929325"/>
            <a:ext cx="5372100" cy="2752800"/>
          </a:xfrm>
          <a:prstGeom prst="roundRect">
            <a:avLst>
              <a:gd fmla="val 5882" name="adj"/>
            </a:avLst>
          </a:prstGeom>
          <a:solidFill>
            <a:srgbClr val="FFFFFF"/>
          </a:solidFill>
          <a:ln cap="flat" cmpd="sng" w="19050">
            <a:solidFill>
              <a:srgbClr val="E2E8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2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0" name="Google Shape;170;p1"/>
          <p:cNvSpPr/>
          <p:nvPr/>
        </p:nvSpPr>
        <p:spPr>
          <a:xfrm>
            <a:off x="6122375" y="1929313"/>
            <a:ext cx="5372100" cy="2752800"/>
          </a:xfrm>
          <a:prstGeom prst="roundRect">
            <a:avLst>
              <a:gd fmla="val 5228" name="adj"/>
            </a:avLst>
          </a:prstGeom>
          <a:solidFill>
            <a:srgbClr val="FFFFFF"/>
          </a:solidFill>
          <a:ln cap="flat" cmpd="sng" w="19050">
            <a:solidFill>
              <a:srgbClr val="E2E8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2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1" name="Google Shape;171;p1"/>
          <p:cNvSpPr/>
          <p:nvPr/>
        </p:nvSpPr>
        <p:spPr>
          <a:xfrm>
            <a:off x="961950" y="3386051"/>
            <a:ext cx="4667400" cy="1169100"/>
          </a:xfrm>
          <a:prstGeom prst="roundRect">
            <a:avLst>
              <a:gd fmla="val 18604" name="adj"/>
            </a:avLst>
          </a:prstGeom>
          <a:solidFill>
            <a:srgbClr val="F8FAFC"/>
          </a:solidFill>
          <a:ln cap="flat" cmpd="sng" w="15050">
            <a:solidFill>
              <a:srgbClr val="E2E8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72150" lIns="144350" spcFirstLastPara="1" rIns="144350" wrap="square" tIns="7215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842"/>
              <a:buFont typeface="Arial"/>
              <a:buNone/>
            </a:pPr>
            <a:r>
              <a:t/>
            </a:r>
            <a:endParaRPr b="0" i="0" sz="3158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2" name="Google Shape;172;p1"/>
          <p:cNvSpPr/>
          <p:nvPr/>
        </p:nvSpPr>
        <p:spPr>
          <a:xfrm>
            <a:off x="6408125" y="2496573"/>
            <a:ext cx="4800600" cy="815700"/>
          </a:xfrm>
          <a:prstGeom prst="roundRect">
            <a:avLst>
              <a:gd fmla="val 13114" name="adj"/>
            </a:avLst>
          </a:prstGeom>
          <a:solidFill>
            <a:srgbClr val="F0FDF4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2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3" name="Google Shape;173;p1"/>
          <p:cNvSpPr/>
          <p:nvPr/>
        </p:nvSpPr>
        <p:spPr>
          <a:xfrm>
            <a:off x="6408125" y="3543800"/>
            <a:ext cx="4800600" cy="815700"/>
          </a:xfrm>
          <a:prstGeom prst="roundRect">
            <a:avLst>
              <a:gd fmla="val 13114" name="adj"/>
            </a:avLst>
          </a:prstGeom>
          <a:solidFill>
            <a:srgbClr val="FEF2F2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2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4" name="Google Shape;174;p1"/>
          <p:cNvSpPr/>
          <p:nvPr/>
        </p:nvSpPr>
        <p:spPr>
          <a:xfrm flipH="1">
            <a:off x="6446225" y="2496573"/>
            <a:ext cx="38100" cy="815700"/>
          </a:xfrm>
          <a:prstGeom prst="rect">
            <a:avLst/>
          </a:prstGeom>
          <a:solidFill>
            <a:srgbClr val="22C55E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2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5" name="Google Shape;175;p1"/>
          <p:cNvSpPr/>
          <p:nvPr/>
        </p:nvSpPr>
        <p:spPr>
          <a:xfrm flipH="1">
            <a:off x="6446225" y="3543850"/>
            <a:ext cx="38100" cy="815700"/>
          </a:xfrm>
          <a:prstGeom prst="rect">
            <a:avLst/>
          </a:prstGeom>
          <a:solidFill>
            <a:srgbClr val="EF4444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2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6" name="Google Shape;176;p1"/>
          <p:cNvSpPr txBox="1"/>
          <p:nvPr/>
        </p:nvSpPr>
        <p:spPr>
          <a:xfrm>
            <a:off x="609600" y="723900"/>
            <a:ext cx="6300900" cy="419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700"/>
              <a:buFont typeface="Arial"/>
              <a:buNone/>
            </a:pPr>
            <a:r>
              <a:rPr b="1" i="0" lang="en-US" sz="2700" u="none" cap="none" strike="noStrike">
                <a:solidFill>
                  <a:srgbClr val="0F172A"/>
                </a:solidFill>
                <a:latin typeface="Arial"/>
                <a:ea typeface="Arial"/>
                <a:cs typeface="Arial"/>
                <a:sym typeface="Arial"/>
              </a:rPr>
              <a:t>3. Tablas Hash (Acceso Directo Secreto) 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7" name="Google Shape;177;p1"/>
          <p:cNvSpPr txBox="1"/>
          <p:nvPr/>
        </p:nvSpPr>
        <p:spPr>
          <a:xfrm>
            <a:off x="866908" y="1975925"/>
            <a:ext cx="2950500" cy="57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50"/>
              <a:buFont typeface="Arial"/>
              <a:buNone/>
            </a:pPr>
            <a:r>
              <a:rPr b="1" i="0" lang="en-US" sz="1850" u="none" cap="none" strike="noStrike">
                <a:solidFill>
                  <a:srgbClr val="0F172A"/>
                </a:solidFill>
                <a:latin typeface="Arial"/>
                <a:ea typeface="Arial"/>
                <a:cs typeface="Arial"/>
                <a:sym typeface="Arial"/>
              </a:rPr>
              <a:t>¿Cómo funciona la magia?</a:t>
            </a:r>
            <a:endParaRPr b="0" i="0" sz="16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1"/>
          <p:cNvSpPr txBox="1"/>
          <p:nvPr/>
        </p:nvSpPr>
        <p:spPr>
          <a:xfrm>
            <a:off x="609600" y="2573100"/>
            <a:ext cx="4972200" cy="9234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49955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25"/>
              <a:buFont typeface="Arial"/>
              <a:buNone/>
            </a:pPr>
            <a:r>
              <a:rPr b="1" i="0" lang="en-US" sz="1325" u="none" cap="none" strike="noStrike">
                <a:solidFill>
                  <a:srgbClr val="475569"/>
                </a:solidFill>
                <a:latin typeface="Nunito"/>
                <a:ea typeface="Nunito"/>
                <a:cs typeface="Nunito"/>
                <a:sym typeface="Nunito"/>
              </a:rPr>
              <a:t>Usa una "Función Hash" que convierte un nombre o clave directamente en la posición exacta donde está guardado el dato.</a:t>
            </a:r>
            <a:endParaRPr b="1" i="0" sz="16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1"/>
          <p:cNvSpPr txBox="1"/>
          <p:nvPr/>
        </p:nvSpPr>
        <p:spPr>
          <a:xfrm>
            <a:off x="961950" y="3666103"/>
            <a:ext cx="4667400" cy="571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539"/>
              <a:buFont typeface="Arial"/>
              <a:buNone/>
            </a:pPr>
            <a:r>
              <a:rPr b="0" i="0" lang="en-US" sz="1855" u="none" cap="none" strike="noStrike">
                <a:solidFill>
                  <a:srgbClr val="6B21A8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Clave ("Juan") 🡺 [Función Hash] 🡺 Posición #5</a:t>
            </a:r>
            <a:endParaRPr b="0" i="0" sz="2526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1"/>
          <p:cNvSpPr txBox="1"/>
          <p:nvPr/>
        </p:nvSpPr>
        <p:spPr>
          <a:xfrm>
            <a:off x="7771413" y="2115580"/>
            <a:ext cx="5696100" cy="2847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50"/>
              <a:buFont typeface="Arial"/>
              <a:buNone/>
            </a:pPr>
            <a:r>
              <a:rPr b="1" i="0" lang="en-US" sz="1850" u="none" cap="none" strike="noStrike">
                <a:solidFill>
                  <a:srgbClr val="0F172A"/>
                </a:solidFill>
                <a:latin typeface="Arial"/>
                <a:ea typeface="Arial"/>
                <a:cs typeface="Arial"/>
                <a:sym typeface="Arial"/>
              </a:rPr>
              <a:t>¿Qué tan rápido es?</a:t>
            </a:r>
            <a:endParaRPr b="0" i="0" sz="16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1"/>
          <p:cNvSpPr txBox="1"/>
          <p:nvPr/>
        </p:nvSpPr>
        <p:spPr>
          <a:xfrm>
            <a:off x="6598625" y="2565200"/>
            <a:ext cx="2408100" cy="238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50"/>
              <a:buFont typeface="Arial"/>
              <a:buNone/>
            </a:pPr>
            <a:r>
              <a:rPr b="1" i="0" lang="en-US" sz="1550" u="none" cap="none" strike="noStrike">
                <a:solidFill>
                  <a:srgbClr val="15803D"/>
                </a:solidFill>
                <a:latin typeface="Nunito"/>
                <a:ea typeface="Nunito"/>
                <a:cs typeface="Nunito"/>
                <a:sym typeface="Nunito"/>
              </a:rPr>
              <a:t>Casi Siempre: O(1)</a:t>
            </a:r>
            <a:endParaRPr b="0" i="0" sz="19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2" name="Google Shape;182;p1"/>
          <p:cNvSpPr txBox="1"/>
          <p:nvPr/>
        </p:nvSpPr>
        <p:spPr>
          <a:xfrm>
            <a:off x="6598625" y="2803700"/>
            <a:ext cx="3621600" cy="454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75"/>
              <a:buFont typeface="Arial"/>
              <a:buNone/>
            </a:pPr>
            <a:r>
              <a:rPr b="1" i="0" lang="en-US" sz="1475" u="none" cap="none" strike="noStrike">
                <a:solidFill>
                  <a:srgbClr val="166534"/>
                </a:solidFill>
                <a:latin typeface="Nunito"/>
                <a:ea typeface="Nunito"/>
                <a:cs typeface="Nunito"/>
                <a:sym typeface="Nunito"/>
              </a:rPr>
              <a:t>Instantáneo va directo a la posición sin buscar nada.</a:t>
            </a:r>
            <a:endParaRPr b="1" i="0" sz="19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3" name="Google Shape;183;p1"/>
          <p:cNvSpPr txBox="1"/>
          <p:nvPr/>
        </p:nvSpPr>
        <p:spPr>
          <a:xfrm>
            <a:off x="6598625" y="3611900"/>
            <a:ext cx="3076500" cy="238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50"/>
              <a:buFont typeface="Arial"/>
              <a:buNone/>
            </a:pPr>
            <a:r>
              <a:rPr b="1" i="0" lang="en-US" sz="1550" u="none" cap="none" strike="noStrike">
                <a:solidFill>
                  <a:srgbClr val="B91C1C"/>
                </a:solidFill>
                <a:latin typeface="Nunito"/>
                <a:ea typeface="Nunito"/>
                <a:cs typeface="Nunito"/>
                <a:sym typeface="Nunito"/>
              </a:rPr>
              <a:t>Si hay "Colisiones": O(n)</a:t>
            </a:r>
            <a:endParaRPr b="0" i="0" sz="19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4" name="Google Shape;184;p1"/>
          <p:cNvSpPr txBox="1"/>
          <p:nvPr/>
        </p:nvSpPr>
        <p:spPr>
          <a:xfrm>
            <a:off x="6540425" y="3850400"/>
            <a:ext cx="4536000" cy="454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29"/>
              <a:buFont typeface="Arial"/>
              <a:buNone/>
            </a:pPr>
            <a:r>
              <a:rPr b="1" i="0" lang="en-US" sz="1299" u="none" cap="none" strike="noStrike">
                <a:solidFill>
                  <a:srgbClr val="991B1B"/>
                </a:solidFill>
                <a:latin typeface="Nunito"/>
                <a:ea typeface="Nunito"/>
                <a:cs typeface="Nunito"/>
                <a:sym typeface="Nunito"/>
              </a:rPr>
              <a:t>Ocurre si dos claves terminan cayendo en la misma casilla por accidente.</a:t>
            </a:r>
            <a:endParaRPr b="1" i="0" sz="166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5" name="Google Shape;185;p1"/>
          <p:cNvSpPr txBox="1"/>
          <p:nvPr/>
        </p:nvSpPr>
        <p:spPr>
          <a:xfrm>
            <a:off x="7310548" y="723900"/>
            <a:ext cx="4365000" cy="6465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US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En Python se conocen como: Diccionarios</a:t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86" name="Google Shape;186;p1" title="images.png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934350" y="4781775"/>
            <a:ext cx="6544950" cy="20476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